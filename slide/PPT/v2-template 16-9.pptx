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62" r:id="rId2"/>
    <p:sldId id="258" r:id="rId3"/>
    <p:sldId id="259" r:id="rId4"/>
    <p:sldId id="257" r:id="rId5"/>
    <p:sldId id="261" r:id="rId6"/>
    <p:sldId id="260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1F"/>
    <a:srgbClr val="2F2F2F"/>
    <a:srgbClr val="C5E0B4"/>
    <a:srgbClr val="FFFFFF"/>
    <a:srgbClr val="A9D18E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483" autoAdjust="0"/>
  </p:normalViewPr>
  <p:slideViewPr>
    <p:cSldViewPr snapToGrid="0" showGuides="1">
      <p:cViewPr varScale="1">
        <p:scale>
          <a:sx n="114" d="100"/>
          <a:sy n="114" d="100"/>
        </p:scale>
        <p:origin x="125" y="36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-Yang Liu" userId="124e625f05498eba" providerId="LiveId" clId="{3DD045B0-90A3-42B2-9289-FCB80F7268A0}"/>
    <pc:docChg chg="modMainMaster">
      <pc:chgData name="Zhao-Yang Liu" userId="124e625f05498eba" providerId="LiveId" clId="{3DD045B0-90A3-42B2-9289-FCB80F7268A0}" dt="2025-03-11T12:13:38.266" v="1"/>
      <pc:docMkLst>
        <pc:docMk/>
      </pc:docMkLst>
      <pc:sldMasterChg chg="modSldLayout">
        <pc:chgData name="Zhao-Yang Liu" userId="124e625f05498eba" providerId="LiveId" clId="{3DD045B0-90A3-42B2-9289-FCB80F7268A0}" dt="2025-03-11T12:13:38.266" v="1"/>
        <pc:sldMasterMkLst>
          <pc:docMk/>
          <pc:sldMasterMk cId="0" sldId="2147483648"/>
        </pc:sldMasterMkLst>
        <pc:sldLayoutChg chg="addSp modSp">
          <pc:chgData name="Zhao-Yang Liu" userId="124e625f05498eba" providerId="LiveId" clId="{3DD045B0-90A3-42B2-9289-FCB80F7268A0}" dt="2025-03-11T12:13:37.507" v="0"/>
          <pc:sldLayoutMkLst>
            <pc:docMk/>
            <pc:sldMasterMk cId="0" sldId="2147483648"/>
            <pc:sldLayoutMk cId="0" sldId="2147483654"/>
          </pc:sldLayoutMkLst>
          <pc:spChg chg="add mod">
            <ac:chgData name="Zhao-Yang Liu" userId="124e625f05498eba" providerId="LiveId" clId="{3DD045B0-90A3-42B2-9289-FCB80F7268A0}" dt="2025-03-11T12:13:37.507" v="0"/>
            <ac:spMkLst>
              <pc:docMk/>
              <pc:sldMasterMk cId="0" sldId="2147483648"/>
              <pc:sldLayoutMk cId="0" sldId="2147483654"/>
              <ac:spMk id="9" creationId="{33731FDA-F10F-4477-9866-9BF87B3B8D23}"/>
            </ac:spMkLst>
          </pc:spChg>
        </pc:sldLayoutChg>
        <pc:sldLayoutChg chg="addSp modSp">
          <pc:chgData name="Zhao-Yang Liu" userId="124e625f05498eba" providerId="LiveId" clId="{3DD045B0-90A3-42B2-9289-FCB80F7268A0}" dt="2025-03-11T12:13:38.266" v="1"/>
          <pc:sldLayoutMkLst>
            <pc:docMk/>
            <pc:sldMasterMk cId="0" sldId="2147483648"/>
            <pc:sldLayoutMk cId="0" sldId="2147483655"/>
          </pc:sldLayoutMkLst>
          <pc:spChg chg="add mod">
            <ac:chgData name="Zhao-Yang Liu" userId="124e625f05498eba" providerId="LiveId" clId="{3DD045B0-90A3-42B2-9289-FCB80F7268A0}" dt="2025-03-11T12:13:38.266" v="1"/>
            <ac:spMkLst>
              <pc:docMk/>
              <pc:sldMasterMk cId="0" sldId="2147483648"/>
              <pc:sldLayoutMk cId="0" sldId="2147483655"/>
              <ac:spMk id="9" creationId="{A5C19CAB-DDB6-44AA-9F15-B223D821B99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38043-E5D6-4CB8-A681-06EA228EF5D2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622A3-5523-4835-80BA-9805E3C32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08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5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95125"/>
            <a:ext cx="10858500" cy="200998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题目</a:t>
            </a:r>
            <a:br>
              <a:rPr lang="en-US" altLang="zh-CN" dirty="0"/>
            </a:b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3944288"/>
            <a:ext cx="108585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学号</a:t>
            </a:r>
            <a:r>
              <a:rPr lang="en-US" altLang="zh-CN" dirty="0"/>
              <a:t>/</a:t>
            </a:r>
            <a:r>
              <a:rPr lang="zh-CN" altLang="en-US" dirty="0"/>
              <a:t>学院</a:t>
            </a:r>
            <a:r>
              <a:rPr lang="en-US" altLang="zh-CN" dirty="0"/>
              <a:t>/</a:t>
            </a:r>
            <a:r>
              <a:rPr lang="zh-CN" altLang="en-US" dirty="0"/>
              <a:t>专业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演讲者：</a:t>
            </a:r>
          </a:p>
          <a:p>
            <a:r>
              <a:rPr lang="zh-CN" altLang="en-US" dirty="0"/>
              <a:t>邮箱：</a:t>
            </a:r>
            <a:endParaRPr lang="en-US" altLang="zh-CN" dirty="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719991EA-52AA-496E-B5D4-AA5255E8F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0540" y="108000"/>
            <a:ext cx="2218153" cy="64800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269908F8-061B-4A36-861A-323579912D65}"/>
              </a:ext>
            </a:extLst>
          </p:cNvPr>
          <p:cNvGrpSpPr/>
          <p:nvPr userDrawn="1"/>
        </p:nvGrpSpPr>
        <p:grpSpPr>
          <a:xfrm flipH="1">
            <a:off x="8423564" y="6421449"/>
            <a:ext cx="3454411" cy="0"/>
            <a:chOff x="346606" y="979309"/>
            <a:chExt cx="3454411" cy="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D3E21CF-1274-4739-8463-EBF4E8F702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533" y="979309"/>
              <a:ext cx="2539484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1E0DB93-BE93-42EC-B684-0DDB231A65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1413175" cy="0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8CA782D6-115C-48B6-9744-0495891A8C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74896" y="5912601"/>
            <a:ext cx="3803079" cy="40880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LID4096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z="2400" dirty="0"/>
              <a:t>时间</a:t>
            </a:r>
            <a:endParaRPr lang="LID4096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>
            <a:normAutofit/>
          </a:bodyPr>
          <a:lstStyle>
            <a:lvl1pPr marL="288000" indent="-288000">
              <a:defRPr sz="2800"/>
            </a:lvl1pPr>
            <a:lvl2pPr marL="576000" indent="-288000">
              <a:defRPr sz="2400"/>
            </a:lvl2pPr>
            <a:lvl3pPr marL="864000" indent="-288000">
              <a:defRPr sz="2000"/>
            </a:lvl3pPr>
            <a:lvl4pPr marL="1152000" indent="-288000">
              <a:defRPr sz="1800"/>
            </a:lvl4pPr>
            <a:lvl5pPr marL="1440000" indent="-28800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内容占位符 16">
            <a:extLst>
              <a:ext uri="{FF2B5EF4-FFF2-40B4-BE49-F238E27FC236}">
                <a16:creationId xmlns:a16="http://schemas.microsoft.com/office/drawing/2014/main" id="{481D3BFB-4ECC-4090-83C1-13A475A1D6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606" y="114376"/>
            <a:ext cx="6120000" cy="87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00ED3BF-B940-4ECE-93B1-A4F0F695073A}"/>
              </a:ext>
            </a:extLst>
          </p:cNvPr>
          <p:cNvGrpSpPr/>
          <p:nvPr userDrawn="1"/>
        </p:nvGrpSpPr>
        <p:grpSpPr>
          <a:xfrm>
            <a:off x="346606" y="834585"/>
            <a:ext cx="11498788" cy="0"/>
            <a:chOff x="346606" y="979309"/>
            <a:chExt cx="11498788" cy="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8418868-96C9-4ADB-A482-E637A1A899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C8A574F-8DA6-478E-AC8A-6561EEEDCE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474" y="1112043"/>
            <a:ext cx="2836562" cy="915667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defRPr sz="4800"/>
            </a:lvl1pPr>
          </a:lstStyle>
          <a:p>
            <a:pPr lvl="0"/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349152" y="1112044"/>
            <a:ext cx="7773821" cy="46339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 sz="3600"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 sz="3200"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 sz="28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ADB9097-B2F2-47D4-93C6-B95A9C4BF8A3}"/>
              </a:ext>
            </a:extLst>
          </p:cNvPr>
          <p:cNvGrpSpPr/>
          <p:nvPr userDrawn="1"/>
        </p:nvGrpSpPr>
        <p:grpSpPr>
          <a:xfrm>
            <a:off x="3234400" y="1108605"/>
            <a:ext cx="0" cy="4680001"/>
            <a:chOff x="3234400" y="1108605"/>
            <a:chExt cx="0" cy="4680001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CCECE71-25C0-4AA2-BA62-2A8410C05430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1456538" y="4010744"/>
              <a:ext cx="355572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7367FB9-02DD-4B2A-B3A1-613F096BD602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2478400" y="1864605"/>
              <a:ext cx="151200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AB08F0AC-241F-444C-B90C-5FF26CA1EE8A}"/>
              </a:ext>
            </a:extLst>
          </p:cNvPr>
          <p:cNvGrpSpPr/>
          <p:nvPr userDrawn="1"/>
        </p:nvGrpSpPr>
        <p:grpSpPr>
          <a:xfrm>
            <a:off x="346606" y="3429000"/>
            <a:ext cx="11498788" cy="0"/>
            <a:chOff x="346606" y="979309"/>
            <a:chExt cx="11498788" cy="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33EDED4-AB91-4DC7-B3C3-3972F7F68F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82A418E-A67D-47DC-96CC-288F999B85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606" y="2677415"/>
            <a:ext cx="5435600" cy="75158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8A353271-5470-4851-98C8-C8BE3BC8B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9999" y="108000"/>
            <a:ext cx="2264770" cy="64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内容占位符 16">
            <a:extLst>
              <a:ext uri="{FF2B5EF4-FFF2-40B4-BE49-F238E27FC236}">
                <a16:creationId xmlns:a16="http://schemas.microsoft.com/office/drawing/2014/main" id="{4704B094-9424-4DA7-8400-F19012CAF1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606" y="114376"/>
            <a:ext cx="6120000" cy="87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D9937EC-4408-4A19-BB2C-B97E39F3627C}"/>
              </a:ext>
            </a:extLst>
          </p:cNvPr>
          <p:cNvGrpSpPr/>
          <p:nvPr userDrawn="1"/>
        </p:nvGrpSpPr>
        <p:grpSpPr>
          <a:xfrm>
            <a:off x="346606" y="834585"/>
            <a:ext cx="11498788" cy="0"/>
            <a:chOff x="346606" y="979309"/>
            <a:chExt cx="11498788" cy="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208FEB6-CBA9-46FE-A254-E4C8D9EA84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713AC9C-8D8A-40CF-98AF-42401ECF07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3731FDA-F10F-4477-9866-9BF87B3B8D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>
            <a:normAutofit/>
          </a:bodyPr>
          <a:lstStyle>
            <a:lvl1pPr marL="288000" indent="-288000">
              <a:defRPr sz="2800"/>
            </a:lvl1pPr>
            <a:lvl2pPr marL="576000" indent="-288000">
              <a:defRPr sz="2400"/>
            </a:lvl2pPr>
            <a:lvl3pPr marL="864000" indent="-288000">
              <a:defRPr sz="2000"/>
            </a:lvl3pPr>
            <a:lvl4pPr marL="1152000" indent="-288000">
              <a:defRPr sz="1800"/>
            </a:lvl4pPr>
            <a:lvl5pPr marL="1440000" indent="-28800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内容占位符 16">
            <a:extLst>
              <a:ext uri="{FF2B5EF4-FFF2-40B4-BE49-F238E27FC236}">
                <a16:creationId xmlns:a16="http://schemas.microsoft.com/office/drawing/2014/main" id="{F872F2D1-8257-4FA1-A825-92303F7197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606" y="114376"/>
            <a:ext cx="6120000" cy="87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1639F5C-0915-4150-9CD5-1DEA54E5263B}"/>
              </a:ext>
            </a:extLst>
          </p:cNvPr>
          <p:cNvGrpSpPr/>
          <p:nvPr userDrawn="1"/>
        </p:nvGrpSpPr>
        <p:grpSpPr>
          <a:xfrm>
            <a:off x="346606" y="834585"/>
            <a:ext cx="11498788" cy="0"/>
            <a:chOff x="346606" y="979309"/>
            <a:chExt cx="11498788" cy="0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1F31F76-09B3-4A17-A74B-F7EA9D8338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11D257D-F161-46E1-81D4-6854EB551B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5C19CAB-DDB6-44AA-9F15-B223D821B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>
            <a:normAutofit/>
          </a:bodyPr>
          <a:lstStyle>
            <a:lvl1pPr marL="288000" indent="-288000">
              <a:defRPr sz="2800"/>
            </a:lvl1pPr>
            <a:lvl2pPr marL="576000" indent="-288000">
              <a:defRPr sz="2400"/>
            </a:lvl2pPr>
            <a:lvl3pPr marL="864000" indent="-288000">
              <a:defRPr sz="2000"/>
            </a:lvl3pPr>
            <a:lvl4pPr marL="1152000" indent="-288000">
              <a:defRPr sz="1800"/>
            </a:lvl4pPr>
            <a:lvl5pPr marL="1440000" indent="-28800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 userDrawn="1">
  <p:cSld name="Closing">
    <p:bg>
      <p:bgPr>
        <a:solidFill>
          <a:srgbClr val="005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2401677"/>
            <a:ext cx="12192000" cy="1371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2C3E0B4-1D70-4683-AF8E-F616E843FA7D}"/>
              </a:ext>
            </a:extLst>
          </p:cNvPr>
          <p:cNvGrpSpPr/>
          <p:nvPr userDrawn="1"/>
        </p:nvGrpSpPr>
        <p:grpSpPr>
          <a:xfrm>
            <a:off x="391317" y="6421449"/>
            <a:ext cx="3454411" cy="0"/>
            <a:chOff x="346606" y="979309"/>
            <a:chExt cx="3454411" cy="0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0599D20-9ACE-4305-8FBB-E315AC748F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533" y="979309"/>
              <a:ext cx="2539484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96BBB89-320A-406A-9422-3D8AE5138E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1413175" cy="0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形 10">
            <a:extLst>
              <a:ext uri="{FF2B5EF4-FFF2-40B4-BE49-F238E27FC236}">
                <a16:creationId xmlns:a16="http://schemas.microsoft.com/office/drawing/2014/main" id="{458ED272-717E-40B5-8873-95EF4F5F2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0540" y="108000"/>
            <a:ext cx="2218153" cy="648000"/>
          </a:xfrm>
          <a:prstGeom prst="rect">
            <a:avLst/>
          </a:prstGeom>
        </p:spPr>
      </p:pic>
      <p:sp>
        <p:nvSpPr>
          <p:cNvPr id="13" name="文本占位符 13">
            <a:extLst>
              <a:ext uri="{FF2B5EF4-FFF2-40B4-BE49-F238E27FC236}">
                <a16:creationId xmlns:a16="http://schemas.microsoft.com/office/drawing/2014/main" id="{2A0BA706-2A6B-46D9-902D-74096FD30F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317" y="5912601"/>
            <a:ext cx="3803079" cy="4088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LID4096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z="2400" dirty="0"/>
              <a:t>时间</a:t>
            </a:r>
            <a:endParaRPr lang="LID4096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13594" y="6409690"/>
            <a:ext cx="114263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29E9E63A-8B5F-466F-9216-E09D63BC87C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59999" y="108000"/>
            <a:ext cx="2264770" cy="64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F3CB3-179A-4655-B286-6E7B01F26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4C9E0F-2CC3-43D4-BA75-31C80A72E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DEAA94-E79F-4ABF-BA9C-7AE9EB80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3719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6E754-C810-472C-97E0-1E274AC2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D220C4-0738-420D-ACD3-F59A0287171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06B419-DA62-4912-BBED-5BF8F561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2AB81-A0EE-4AE9-922C-656F9EB9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67A9DED-C97A-43C5-91E2-A93D5B75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3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F28E5BA-DA0E-43DF-9FFE-1F5F46C52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877FBF-7ED3-4A2F-9209-D32A4E7358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3381ED-4B22-45A2-A480-8A267FD114C6}"/>
              </a:ext>
            </a:extLst>
          </p:cNvPr>
          <p:cNvSpPr txBox="1"/>
          <p:nvPr/>
        </p:nvSpPr>
        <p:spPr>
          <a:xfrm>
            <a:off x="0" y="6331799"/>
            <a:ext cx="11585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dirty="0">
                <a:latin typeface="+mj-lt"/>
                <a:ea typeface="微软雅黑" panose="020B0503020204020204" pitchFamily="34" charset="-122"/>
                <a:cs typeface="Calibri" panose="020F0502020204030204" pitchFamily="34" charset="0"/>
              </a:rPr>
              <a:t>[1] “IoT connected devices worldwide 2019-2030,” Statista. Accessed: Dec. 12, 2023. [Online]. Available: https://www.statista.com/statistics/1183457/iot-connected-devices-worldwide/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1DAA56-4A40-4A39-9E35-4A326929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170571D-B615-4119-828E-553C06CAD82C}"/>
              </a:ext>
            </a:extLst>
          </p:cNvPr>
          <p:cNvGrpSpPr/>
          <p:nvPr/>
        </p:nvGrpSpPr>
        <p:grpSpPr>
          <a:xfrm flipV="1">
            <a:off x="0" y="6285213"/>
            <a:ext cx="3888581" cy="45719"/>
            <a:chOff x="346606" y="979309"/>
            <a:chExt cx="11498788" cy="0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EC6ECD4-7CB6-4627-A7A9-55CB525AAE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C194160-6E78-444D-BB79-E9F52B56A5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335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70BE96F-C1FD-462F-8DBF-4175E6B9F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9EF1A3-92EB-46C5-9D43-5E2CAF182D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2F34C6-4F48-496B-A84B-96DA28A5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713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3AF14-17C4-44E9-8B60-FBEC03F2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8538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422</TotalTime>
  <Words>43</Words>
  <Application>Microsoft Office PowerPoint</Application>
  <PresentationFormat>宽屏</PresentationFormat>
  <Paragraphs>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等线</vt:lpstr>
      <vt:lpstr>Arial</vt:lpstr>
      <vt:lpstr>Designed by iSlide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Zhao-Yang Liu</dc:creator>
  <cp:lastModifiedBy>Zhao-Yang Liu</cp:lastModifiedBy>
  <cp:revision>186</cp:revision>
  <dcterms:created xsi:type="dcterms:W3CDTF">2023-06-05T05:58:43Z</dcterms:created>
  <dcterms:modified xsi:type="dcterms:W3CDTF">2025-03-11T12:13:55Z</dcterms:modified>
</cp:coreProperties>
</file>