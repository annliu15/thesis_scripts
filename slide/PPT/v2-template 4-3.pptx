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6" r:id="rId4"/>
    <p:sldId id="262" r:id="rId5"/>
    <p:sldId id="265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C2694-058F-4745-B150-D1F7FE5FCBCB}" type="datetimeFigureOut">
              <a:rPr lang="LID4096" smtClean="0"/>
              <a:t>03/09/2025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5B1A8-1B81-48B5-BF85-F1A2D810D19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663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005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2F2DF9BD-120A-42EB-BEE5-1193F38171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2" y="1195125"/>
            <a:ext cx="8143875" cy="17185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题目</a:t>
            </a:r>
            <a:br>
              <a:rPr lang="en-US" altLang="zh-CN" dirty="0"/>
            </a:b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534CD70A-B071-4CF8-9643-1717F51163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2" y="3944288"/>
            <a:ext cx="8143875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 dirty="0"/>
              <a:t>学号</a:t>
            </a:r>
            <a:r>
              <a:rPr lang="en-US" altLang="zh-CN" dirty="0"/>
              <a:t>/</a:t>
            </a:r>
            <a:r>
              <a:rPr lang="zh-CN" altLang="en-US" dirty="0"/>
              <a:t>学院</a:t>
            </a:r>
            <a:r>
              <a:rPr lang="en-US" altLang="zh-CN" dirty="0"/>
              <a:t>/</a:t>
            </a:r>
            <a:r>
              <a:rPr lang="zh-CN" altLang="en-US" dirty="0"/>
              <a:t>专业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演讲者：</a:t>
            </a:r>
            <a:endParaRPr lang="en-US" altLang="zh-CN" dirty="0"/>
          </a:p>
          <a:p>
            <a:r>
              <a:rPr lang="zh-CN" altLang="en-US" dirty="0"/>
              <a:t>时间：</a:t>
            </a:r>
            <a:endParaRPr lang="en-US" alt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71735B0-3EE1-413C-9842-62EE6CCDB4DD}"/>
              </a:ext>
            </a:extLst>
          </p:cNvPr>
          <p:cNvGrpSpPr/>
          <p:nvPr userDrawn="1"/>
        </p:nvGrpSpPr>
        <p:grpSpPr>
          <a:xfrm flipH="1">
            <a:off x="5415668" y="6421449"/>
            <a:ext cx="3454411" cy="0"/>
            <a:chOff x="346606" y="979309"/>
            <a:chExt cx="3454411" cy="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B3629B9-C913-47E3-9974-6BF5026DF9B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533" y="979309"/>
              <a:ext cx="2539484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6E0B337-0911-45A7-96FC-2D26BE9A033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1413175" cy="0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占位符 13">
            <a:extLst>
              <a:ext uri="{FF2B5EF4-FFF2-40B4-BE49-F238E27FC236}">
                <a16:creationId xmlns:a16="http://schemas.microsoft.com/office/drawing/2014/main" id="{A3000D4C-01CB-452A-943B-F35B54787F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7000" y="5912601"/>
            <a:ext cx="3803079" cy="40880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LID4096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z="2400" dirty="0"/>
              <a:t>时间</a:t>
            </a:r>
            <a:endParaRPr lang="LID4096" dirty="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AE4697E8-3115-4DFD-AB29-D7ADBA0E24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7000" y="108000"/>
            <a:ext cx="2218153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6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B01E74-70D5-4BC3-B5F9-7CA26327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060EF5-A3C2-46B4-9B85-F8E50D77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969449-D59E-4F24-9C18-D00E4B8E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B226690-3A9F-47F7-B875-E89B84D7F752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038232" y="954000"/>
            <a:ext cx="5830366" cy="4633912"/>
          </a:xfrm>
          <a:prstGeom prst="rect">
            <a:avLst/>
          </a:prstGeom>
        </p:spPr>
        <p:txBody>
          <a:bodyPr>
            <a:normAutofit/>
          </a:bodyPr>
          <a:lstStyle>
            <a:lvl1pPr marL="342882" indent="-342882">
              <a:lnSpc>
                <a:spcPct val="100000"/>
              </a:lnSpc>
              <a:buFont typeface="+mj-lt"/>
              <a:buAutoNum type="arabicPeriod"/>
              <a:defRPr sz="3600"/>
            </a:lvl1pPr>
            <a:lvl2pPr marL="800060" indent="-342882">
              <a:lnSpc>
                <a:spcPct val="100000"/>
              </a:lnSpc>
              <a:buFont typeface="+mj-ea"/>
              <a:buAutoNum type="circleNumDbPlain"/>
              <a:defRPr sz="3200"/>
            </a:lvl2pPr>
            <a:lvl3pPr marL="1257238" indent="-342882">
              <a:lnSpc>
                <a:spcPct val="100000"/>
              </a:lnSpc>
              <a:buFont typeface="+mj-lt"/>
              <a:buAutoNum type="alphaLcParenR"/>
              <a:defRPr sz="28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3A89C143-1643-47F4-A5E1-9AE0B047A1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410" y="108000"/>
            <a:ext cx="2264771" cy="6480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5046CF03-88D8-4677-96C0-1D65D0B3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953999"/>
            <a:ext cx="2169340" cy="2226957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defRPr sz="4800"/>
            </a:lvl1pPr>
          </a:lstStyle>
          <a:p>
            <a:pPr lvl="0"/>
            <a:endParaRPr 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396C8F8-CF7E-4E30-90D6-1821D06CB088}"/>
              </a:ext>
            </a:extLst>
          </p:cNvPr>
          <p:cNvGrpSpPr/>
          <p:nvPr userDrawn="1"/>
        </p:nvGrpSpPr>
        <p:grpSpPr>
          <a:xfrm>
            <a:off x="2816998" y="954000"/>
            <a:ext cx="1" cy="4860000"/>
            <a:chOff x="2816998" y="954000"/>
            <a:chExt cx="1" cy="4860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2E4D9C2-DA47-4C62-BBE4-30B77F54B242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970758" y="3967759"/>
              <a:ext cx="3692482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170D01C-E001-4317-A44C-EDD373D3D198}"/>
                </a:ext>
              </a:extLst>
            </p:cNvPr>
            <p:cNvCxnSpPr>
              <a:cxnSpLocks/>
            </p:cNvCxnSpPr>
            <p:nvPr userDrawn="1"/>
          </p:nvCxnSpPr>
          <p:spPr>
            <a:xfrm rot="5400000">
              <a:off x="2114998" y="1656000"/>
              <a:ext cx="140400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777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099A5-73A9-4FF2-901C-53E19022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04871-326C-469D-9FB9-33D7B31D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FABF3-4686-4488-8D1E-6B6553B9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EE8D443-6CE1-457C-94D9-54D800620C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8" y="2782053"/>
            <a:ext cx="8682681" cy="7512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846FB554-2CCA-4D9E-BB37-31F122786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410" y="108000"/>
            <a:ext cx="2264771" cy="6480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992E0439-BD08-40BC-BB48-E1B3456D422D}"/>
              </a:ext>
            </a:extLst>
          </p:cNvPr>
          <p:cNvGrpSpPr/>
          <p:nvPr userDrawn="1"/>
        </p:nvGrpSpPr>
        <p:grpSpPr>
          <a:xfrm>
            <a:off x="346605" y="3533315"/>
            <a:ext cx="8526575" cy="45719"/>
            <a:chOff x="346606" y="979309"/>
            <a:chExt cx="11498788" cy="0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7B932AC-5AC3-4C39-B7D7-11A7FD95B0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85EF5A0-BA88-454A-8590-E7FF5932CB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218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C4FA76-7172-4DC1-91C4-19A694A4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13AAD7-1AD7-4A8C-86F1-EE472787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5D24C-7CD6-427C-BE5B-E59F2948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A04E843-E0DC-4E0F-80F2-3FD45C0500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7769" y="953350"/>
            <a:ext cx="8505411" cy="5003800"/>
          </a:xfrm>
          <a:prstGeom prst="rect">
            <a:avLst/>
          </a:prstGeom>
        </p:spPr>
        <p:txBody>
          <a:bodyPr>
            <a:normAutofit/>
          </a:bodyPr>
          <a:lstStyle>
            <a:lvl1pPr indent="-270000">
              <a:lnSpc>
                <a:spcPct val="100000"/>
              </a:lnSpc>
              <a:defRPr sz="2800"/>
            </a:lvl1pPr>
            <a:lvl2pPr indent="-270000">
              <a:lnSpc>
                <a:spcPct val="100000"/>
              </a:lnSpc>
              <a:defRPr sz="2400"/>
            </a:lvl2pPr>
            <a:lvl3pPr indent="-270000">
              <a:lnSpc>
                <a:spcPct val="100000"/>
              </a:lnSpc>
              <a:defRPr sz="2000"/>
            </a:lvl3pPr>
            <a:lvl4pPr indent="-270000">
              <a:lnSpc>
                <a:spcPct val="100000"/>
              </a:lnSpc>
              <a:defRPr sz="1800"/>
            </a:lvl4pPr>
            <a:lvl5pPr indent="-270000">
              <a:lnSpc>
                <a:spcPct val="100000"/>
              </a:lnSpc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内容占位符 16">
            <a:extLst>
              <a:ext uri="{FF2B5EF4-FFF2-40B4-BE49-F238E27FC236}">
                <a16:creationId xmlns:a16="http://schemas.microsoft.com/office/drawing/2014/main" id="{0978CA73-8859-4080-AB81-A781E1F788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605" y="227247"/>
            <a:ext cx="4590000" cy="6057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9F45A186-40B1-44BB-AF5D-DB36721F6A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410" y="108000"/>
            <a:ext cx="2264771" cy="64800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C2781B-FE74-47E4-B06F-5B8200F65690}"/>
              </a:ext>
            </a:extLst>
          </p:cNvPr>
          <p:cNvGrpSpPr/>
          <p:nvPr userDrawn="1"/>
        </p:nvGrpSpPr>
        <p:grpSpPr>
          <a:xfrm>
            <a:off x="346605" y="844266"/>
            <a:ext cx="8526575" cy="45719"/>
            <a:chOff x="346606" y="979309"/>
            <a:chExt cx="11498788" cy="0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D002A01-ABCE-40B7-9E71-5B85C77BC2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08960" y="979309"/>
              <a:ext cx="8736434" cy="0"/>
            </a:xfrm>
            <a:prstGeom prst="line">
              <a:avLst/>
            </a:prstGeom>
            <a:ln w="9525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174196C-742C-4195-9618-E4602FCA82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2878930" cy="0"/>
            </a:xfrm>
            <a:prstGeom prst="line">
              <a:avLst/>
            </a:prstGeom>
            <a:ln w="25400">
              <a:solidFill>
                <a:srgbClr val="0056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90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005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6640311-7559-40AB-96CB-A371F83B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349000"/>
            <a:ext cx="9144000" cy="1371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96D9A0AC-7A81-4DCD-B69D-9D409501E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7000" y="108000"/>
            <a:ext cx="2218153" cy="6480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0637668-96D8-4898-9DBC-EA959712E819}"/>
              </a:ext>
            </a:extLst>
          </p:cNvPr>
          <p:cNvGrpSpPr/>
          <p:nvPr userDrawn="1"/>
        </p:nvGrpSpPr>
        <p:grpSpPr>
          <a:xfrm>
            <a:off x="391317" y="6421449"/>
            <a:ext cx="3454411" cy="0"/>
            <a:chOff x="346606" y="979309"/>
            <a:chExt cx="3454411" cy="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1575AE9-9745-4037-8A4A-D153B244D03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61533" y="979309"/>
              <a:ext cx="2539484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6FCA9D3-8205-487D-AA16-E215EB6A97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6606" y="979309"/>
              <a:ext cx="1413175" cy="0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占位符 13">
            <a:extLst>
              <a:ext uri="{FF2B5EF4-FFF2-40B4-BE49-F238E27FC236}">
                <a16:creationId xmlns:a16="http://schemas.microsoft.com/office/drawing/2014/main" id="{E9125479-0B51-4882-A39F-DB914B584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317" y="5912601"/>
            <a:ext cx="3803079" cy="40880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LID4096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z="2400" dirty="0"/>
              <a:t>时间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7927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604F24-393A-40EA-9944-3D2FFC7B1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8E659-F881-4930-A1D4-4322914F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A5E8B-E7CC-4F63-8B1C-33755A43B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0F483-9F10-4C4C-9FC1-26BF53E50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1261A-7392-4341-A750-D52A8F1BD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2000" y="6356351"/>
            <a:ext cx="70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13CDB68-AE07-4FB9-8CC3-A29B4D3A6D6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016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4" r:id="rId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E8140-BC6A-484F-A7B0-1737CD424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E34B4A-A1FF-4A01-8EC4-0C5E59789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ECCA05-7F49-4465-BBB5-1E6D27EBBE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9989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C8DFFFE-586E-4830-B1E5-81A2E91585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E24988A-7BAF-412A-B6E8-81B8DA2D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8C6A2-56A6-47A1-BFB4-3452641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31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1C512-8FB2-4632-AEFC-90ED6D6D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4BE598-A92F-4109-A28A-43840B32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38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18F354-B1ED-47FC-B4C1-9181AF81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11C4C-516B-4CCD-A20A-4813299FC4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3D29B-D608-4636-A783-F2CA2856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32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DC3D9-AC38-401B-BF81-462AC8DE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2D74E5-C403-416F-B5E8-FC692D180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030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3dcb070-0524-426f-b36c-4999fd6ff738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</Words>
  <Application>Microsoft Office PowerPoint</Application>
  <PresentationFormat>全屏显示(4:3)</PresentationFormat>
  <Paragraphs>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Zhao-Yang Liu</dc:creator>
  <cp:lastModifiedBy>Zhao-Yang Liu</cp:lastModifiedBy>
  <cp:revision>9</cp:revision>
  <dcterms:created xsi:type="dcterms:W3CDTF">2024-09-04T01:20:10Z</dcterms:created>
  <dcterms:modified xsi:type="dcterms:W3CDTF">2025-03-08T16:29:59Z</dcterms:modified>
</cp:coreProperties>
</file>