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9" r:id="rId4"/>
    <p:sldId id="262" r:id="rId5"/>
    <p:sldId id="260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7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2F2DF9BD-120A-42EB-BEE5-1193F38171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5302" y="1195125"/>
            <a:ext cx="8143875" cy="171858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 b="1"/>
            </a:lvl1pPr>
          </a:lstStyle>
          <a:p>
            <a:pPr lvl="0"/>
            <a:r>
              <a:rPr lang="zh-CN" altLang="en-US" dirty="0"/>
              <a:t>题目</a:t>
            </a:r>
            <a:br>
              <a:rPr lang="en-US" altLang="zh-CN" dirty="0"/>
            </a:br>
            <a:r>
              <a:rPr lang="zh-CN" altLang="en-US" dirty="0"/>
              <a:t>信息</a:t>
            </a:r>
            <a:endParaRPr lang="en-US" dirty="0"/>
          </a:p>
        </p:txBody>
      </p:sp>
      <p:sp>
        <p:nvSpPr>
          <p:cNvPr id="8" name="副标题 2">
            <a:extLst>
              <a:ext uri="{FF2B5EF4-FFF2-40B4-BE49-F238E27FC236}">
                <a16:creationId xmlns:a16="http://schemas.microsoft.com/office/drawing/2014/main" id="{534CD70A-B071-4CF8-9643-1717F51163B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5302" y="3944288"/>
            <a:ext cx="8143875" cy="182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8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zh-CN" altLang="en-US" dirty="0"/>
              <a:t>学号</a:t>
            </a:r>
            <a:r>
              <a:rPr lang="en-US" altLang="zh-CN" dirty="0"/>
              <a:t>/</a:t>
            </a:r>
            <a:r>
              <a:rPr lang="zh-CN" altLang="en-US" dirty="0"/>
              <a:t>学院</a:t>
            </a:r>
            <a:r>
              <a:rPr lang="en-US" altLang="zh-CN" dirty="0"/>
              <a:t>/</a:t>
            </a:r>
            <a:r>
              <a:rPr lang="zh-CN" altLang="en-US" dirty="0"/>
              <a:t>专业</a:t>
            </a:r>
            <a:r>
              <a:rPr lang="en-US" altLang="zh-CN" dirty="0"/>
              <a:t>:</a:t>
            </a:r>
          </a:p>
          <a:p>
            <a:r>
              <a:rPr lang="zh-CN" altLang="en-US" dirty="0"/>
              <a:t>演讲者：</a:t>
            </a:r>
            <a:endParaRPr lang="en-US" altLang="zh-CN" dirty="0"/>
          </a:p>
          <a:p>
            <a:r>
              <a:rPr lang="zh-CN" altLang="en-US" dirty="0"/>
              <a:t>时间：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63260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2B01E74-70D5-4BC3-B5F9-7CA263277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01C02-C32F-4968-8378-E119B669F556}" type="datetimeFigureOut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3060EF5-A3C2-46B4-9B85-F8E50D77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B969449-D59E-4F24-9C18-D00E4B8E8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DB68-AE07-4FB9-8CC3-A29B4D3A6D6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B226690-3A9F-47F7-B875-E89B84D7F752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628650" y="1112044"/>
            <a:ext cx="5830366" cy="4633912"/>
          </a:xfrm>
          <a:prstGeom prst="rect">
            <a:avLst/>
          </a:prstGeom>
        </p:spPr>
        <p:txBody>
          <a:bodyPr>
            <a:normAutofit/>
          </a:bodyPr>
          <a:lstStyle>
            <a:lvl1pPr marL="342882" indent="-342882">
              <a:lnSpc>
                <a:spcPct val="100000"/>
              </a:lnSpc>
              <a:buFont typeface="+mj-lt"/>
              <a:buAutoNum type="arabicPeriod"/>
              <a:defRPr sz="3600"/>
            </a:lvl1pPr>
            <a:lvl2pPr marL="800060" indent="-342882">
              <a:lnSpc>
                <a:spcPct val="100000"/>
              </a:lnSpc>
              <a:buFont typeface="+mj-ea"/>
              <a:buAutoNum type="circleNumDbPlain"/>
              <a:defRPr sz="3200"/>
            </a:lvl2pPr>
            <a:lvl3pPr marL="1257238" indent="-342882">
              <a:lnSpc>
                <a:spcPct val="100000"/>
              </a:lnSpc>
              <a:buFont typeface="+mj-lt"/>
              <a:buAutoNum type="alphaLcParenR"/>
              <a:defRPr sz="2800"/>
            </a:lvl3pPr>
            <a:lvl4pPr>
              <a:lnSpc>
                <a:spcPct val="100000"/>
              </a:lnSpc>
              <a:defRPr sz="2400"/>
            </a:lvl4pPr>
            <a:lvl5pPr>
              <a:lnSpc>
                <a:spcPct val="100000"/>
              </a:lnSpc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内容占位符 16">
            <a:extLst>
              <a:ext uri="{FF2B5EF4-FFF2-40B4-BE49-F238E27FC236}">
                <a16:creationId xmlns:a16="http://schemas.microsoft.com/office/drawing/2014/main" id="{CACBBF3D-4076-4374-85E6-F6BC657917A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5000" y="116841"/>
            <a:ext cx="4590000" cy="6057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tx1"/>
                </a:solidFill>
              </a:defRPr>
            </a:lvl1pPr>
            <a:lvl2pPr marL="457167" indent="0">
              <a:buNone/>
              <a:defRPr/>
            </a:lvl2pPr>
            <a:lvl3pPr marL="914332" indent="0">
              <a:buNone/>
              <a:defRPr/>
            </a:lvl3pPr>
            <a:lvl4pPr marL="1371498" indent="0">
              <a:buNone/>
              <a:defRPr/>
            </a:lvl4pPr>
            <a:lvl5pPr marL="1828664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</a:t>
            </a:r>
          </a:p>
        </p:txBody>
      </p:sp>
    </p:spTree>
    <p:extLst>
      <p:ext uri="{BB962C8B-B14F-4D97-AF65-F5344CB8AC3E}">
        <p14:creationId xmlns:p14="http://schemas.microsoft.com/office/powerpoint/2010/main" val="3867779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B099A5-73A9-4FF2-901C-53E190227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01C02-C32F-4968-8378-E119B669F556}" type="datetimeFigureOut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804871-326C-469D-9FB9-33D7B31DF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2FABF3-4686-4488-8D1E-6B6553B9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DB68-AE07-4FB9-8CC3-A29B4D3A6D6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9EE8D443-6CE1-457C-94D9-54D800620C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318" y="2677737"/>
            <a:ext cx="8682681" cy="75126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A35547-7CEC-4645-8D51-9D826F4C9F36}"/>
              </a:ext>
            </a:extLst>
          </p:cNvPr>
          <p:cNvSpPr/>
          <p:nvPr userDrawn="1"/>
        </p:nvSpPr>
        <p:spPr>
          <a:xfrm>
            <a:off x="387000" y="3561245"/>
            <a:ext cx="8370000" cy="43200"/>
          </a:xfrm>
          <a:prstGeom prst="rect">
            <a:avLst/>
          </a:prstGeom>
          <a:gradFill>
            <a:gsLst>
              <a:gs pos="0">
                <a:srgbClr val="00561F"/>
              </a:gs>
              <a:gs pos="90000">
                <a:srgbClr val="A9D18E"/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891218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C4FA76-7172-4DC1-91C4-19A694A46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01C02-C32F-4968-8378-E119B669F556}" type="datetimeFigureOut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13AAD7-1AD7-4A8C-86F1-EE4727876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B5D24C-7CD6-427C-BE5B-E59F29484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CDB68-AE07-4FB9-8CC3-A29B4D3A6D6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2A04E843-E0DC-4E0F-80F2-3FD45C05007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5302" y="1130300"/>
            <a:ext cx="8143875" cy="5003800"/>
          </a:xfrm>
          <a:prstGeom prst="rect">
            <a:avLst/>
          </a:prstGeom>
        </p:spPr>
        <p:txBody>
          <a:bodyPr>
            <a:normAutofit/>
          </a:bodyPr>
          <a:lstStyle>
            <a:lvl1pPr indent="-270000">
              <a:lnSpc>
                <a:spcPct val="100000"/>
              </a:lnSpc>
              <a:defRPr sz="2800"/>
            </a:lvl1pPr>
            <a:lvl2pPr indent="-270000">
              <a:lnSpc>
                <a:spcPct val="100000"/>
              </a:lnSpc>
              <a:defRPr sz="2400"/>
            </a:lvl2pPr>
            <a:lvl3pPr indent="-270000">
              <a:lnSpc>
                <a:spcPct val="100000"/>
              </a:lnSpc>
              <a:defRPr sz="2000"/>
            </a:lvl3pPr>
            <a:lvl4pPr indent="-270000">
              <a:lnSpc>
                <a:spcPct val="100000"/>
              </a:lnSpc>
              <a:defRPr sz="1800"/>
            </a:lvl4pPr>
            <a:lvl5pPr indent="-270000">
              <a:lnSpc>
                <a:spcPct val="100000"/>
              </a:lnSpc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内容占位符 16">
            <a:extLst>
              <a:ext uri="{FF2B5EF4-FFF2-40B4-BE49-F238E27FC236}">
                <a16:creationId xmlns:a16="http://schemas.microsoft.com/office/drawing/2014/main" id="{0978CA73-8859-4080-AB81-A781E1F7888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5000" y="116841"/>
            <a:ext cx="4590000" cy="6057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tx1"/>
                </a:solidFill>
              </a:defRPr>
            </a:lvl1pPr>
            <a:lvl2pPr marL="457167" indent="0">
              <a:buNone/>
              <a:defRPr/>
            </a:lvl2pPr>
            <a:lvl3pPr marL="914332" indent="0">
              <a:buNone/>
              <a:defRPr/>
            </a:lvl3pPr>
            <a:lvl4pPr marL="1371498" indent="0">
              <a:buNone/>
              <a:defRPr/>
            </a:lvl4pPr>
            <a:lvl5pPr marL="1828664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CD4BF4-624C-46DE-B7DB-1EDBF00DD26D}"/>
              </a:ext>
            </a:extLst>
          </p:cNvPr>
          <p:cNvSpPr/>
          <p:nvPr userDrawn="1"/>
        </p:nvSpPr>
        <p:spPr>
          <a:xfrm>
            <a:off x="387000" y="828000"/>
            <a:ext cx="8370000" cy="43200"/>
          </a:xfrm>
          <a:prstGeom prst="rect">
            <a:avLst/>
          </a:prstGeom>
          <a:gradFill>
            <a:gsLst>
              <a:gs pos="0">
                <a:srgbClr val="00561F"/>
              </a:gs>
              <a:gs pos="90000">
                <a:srgbClr val="A9D18E"/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319028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56640311-7559-40AB-96CB-A371F83BB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743200"/>
            <a:ext cx="9144000" cy="13716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8000" b="1">
                <a:solidFill>
                  <a:srgbClr val="00561F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179277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8604F24-393A-40EA-9944-3D2FFC7B1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68E659-F881-4930-A1D4-4322914FF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4A5E8B-E7CC-4F63-8B1C-33755A43B9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01C02-C32F-4968-8378-E119B669F556}" type="datetimeFigureOut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40F483-9F10-4C4C-9FC1-26BF53E50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81261A-7392-4341-A750-D52A8F1BDB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3CDB68-AE07-4FB9-8CC3-A29B4D3A6D68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635AB269-754A-4EB3-BA67-5560EFDB3C7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8410" y="108000"/>
            <a:ext cx="2264771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166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1" r:id="rId3"/>
    <p:sldLayoutId id="2147483652" r:id="rId4"/>
    <p:sldLayoutId id="2147483654" r:id="rId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BD7EB412-4D23-4516-8336-46E0D2145F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副标题 6">
            <a:extLst>
              <a:ext uri="{FF2B5EF4-FFF2-40B4-BE49-F238E27FC236}">
                <a16:creationId xmlns:a16="http://schemas.microsoft.com/office/drawing/2014/main" id="{D9DA931D-5621-44B3-A388-D04CCB80A1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385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55ECD80-CE7A-4D23-B0FA-CA37A626FBE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522878-59CC-4AF7-A864-E9F9D5D59F9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139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3B22D3-7DD0-433F-8B8A-DFBEEE581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186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A18F354-B1ED-47FC-B4C1-9181AF812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111C4C-516B-4CCD-A20A-4813299FC4B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320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4471F1-2B6C-4BBB-B26F-B8E46876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571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23dcb070-0524-426f-b36c-4999fd6ff738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全屏显示(4:3)</PresentationFormat>
  <Paragraphs>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7" baseType="lpstr"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Zhao-Yang Liu</dc:creator>
  <cp:lastModifiedBy>Zhao-Yang Liu</cp:lastModifiedBy>
  <cp:revision>5</cp:revision>
  <dcterms:created xsi:type="dcterms:W3CDTF">2024-09-04T01:20:10Z</dcterms:created>
  <dcterms:modified xsi:type="dcterms:W3CDTF">2024-09-04T01:27:01Z</dcterms:modified>
</cp:coreProperties>
</file>